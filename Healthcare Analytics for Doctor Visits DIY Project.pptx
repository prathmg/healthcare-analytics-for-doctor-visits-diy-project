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46" r:id="rId17"/>
    <p:sldId id="347" r:id="rId18"/>
    <p:sldId id="349"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3" d="100"/>
          <a:sy n="83" d="100"/>
        </p:scale>
        <p:origin x="782" y="6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amesh gangode" userId="9eb3db153564d149" providerId="LiveId" clId="{10C75185-8F21-4AF6-A0B6-DB948D628DAA}"/>
    <pc:docChg chg="undo custSel delSld modSld">
      <pc:chgData name="prathamesh gangode" userId="9eb3db153564d149" providerId="LiveId" clId="{10C75185-8F21-4AF6-A0B6-DB948D628DAA}" dt="2026-10-03T13:25:21.003" v="84" actId="208"/>
      <pc:docMkLst>
        <pc:docMk/>
      </pc:docMkLst>
      <pc:sldChg chg="modSp mod">
        <pc:chgData name="prathamesh gangode" userId="9eb3db153564d149" providerId="LiveId" clId="{10C75185-8F21-4AF6-A0B6-DB948D628DAA}" dt="2026-10-03T13:11:38.814" v="9" actId="2711"/>
        <pc:sldMkLst>
          <pc:docMk/>
          <pc:sldMk cId="3696770303" sldId="315"/>
        </pc:sldMkLst>
        <pc:spChg chg="mod">
          <ac:chgData name="prathamesh gangode" userId="9eb3db153564d149" providerId="LiveId" clId="{10C75185-8F21-4AF6-A0B6-DB948D628DAA}" dt="2026-10-03T13:11:38.814" v="9" actId="2711"/>
          <ac:spMkLst>
            <pc:docMk/>
            <pc:sldMk cId="3696770303" sldId="315"/>
            <ac:spMk id="3" creationId="{EBF2FBC7-3552-4F01-BB27-8BEEE74F7277}"/>
          </ac:spMkLst>
        </pc:spChg>
      </pc:sldChg>
      <pc:sldChg chg="modSp mod">
        <pc:chgData name="prathamesh gangode" userId="9eb3db153564d149" providerId="LiveId" clId="{10C75185-8F21-4AF6-A0B6-DB948D628DAA}" dt="2026-10-03T13:10:42.445" v="1" actId="27636"/>
        <pc:sldMkLst>
          <pc:docMk/>
          <pc:sldMk cId="3098548442" sldId="327"/>
        </pc:sldMkLst>
        <pc:spChg chg="mod">
          <ac:chgData name="prathamesh gangode" userId="9eb3db153564d149" providerId="LiveId" clId="{10C75185-8F21-4AF6-A0B6-DB948D628DAA}" dt="2026-10-03T13:10:42.445" v="1" actId="27636"/>
          <ac:spMkLst>
            <pc:docMk/>
            <pc:sldMk cId="3098548442" sldId="327"/>
            <ac:spMk id="2" creationId="{E46E4DD1-270B-4C80-AFF0-EB26F132AF36}"/>
          </ac:spMkLst>
        </pc:spChg>
      </pc:sldChg>
      <pc:sldChg chg="modSp">
        <pc:chgData name="prathamesh gangode" userId="9eb3db153564d149" providerId="LiveId" clId="{10C75185-8F21-4AF6-A0B6-DB948D628DAA}" dt="2026-10-03T13:12:13.756" v="11" actId="1076"/>
        <pc:sldMkLst>
          <pc:docMk/>
          <pc:sldMk cId="1086225493" sldId="339"/>
        </pc:sldMkLst>
        <pc:spChg chg="mod">
          <ac:chgData name="prathamesh gangode" userId="9eb3db153564d149" providerId="LiveId" clId="{10C75185-8F21-4AF6-A0B6-DB948D628DAA}" dt="2026-10-03T13:12:13.756" v="11" actId="1076"/>
          <ac:spMkLst>
            <pc:docMk/>
            <pc:sldMk cId="1086225493" sldId="339"/>
            <ac:spMk id="2" creationId="{9F2C9670-B4C9-2AD9-13B4-D55DCC1C289E}"/>
          </ac:spMkLst>
        </pc:spChg>
      </pc:sldChg>
      <pc:sldChg chg="addSp delSp modSp mod">
        <pc:chgData name="prathamesh gangode" userId="9eb3db153564d149" providerId="LiveId" clId="{10C75185-8F21-4AF6-A0B6-DB948D628DAA}" dt="2026-10-03T13:25:21.003" v="84" actId="208"/>
        <pc:sldMkLst>
          <pc:docMk/>
          <pc:sldMk cId="709718880" sldId="340"/>
        </pc:sldMkLst>
        <pc:picChg chg="del">
          <ac:chgData name="prathamesh gangode" userId="9eb3db153564d149" providerId="LiveId" clId="{10C75185-8F21-4AF6-A0B6-DB948D628DAA}" dt="2026-10-03T13:12:19.084" v="12" actId="478"/>
          <ac:picMkLst>
            <pc:docMk/>
            <pc:sldMk cId="709718880" sldId="340"/>
            <ac:picMk id="6" creationId="{9F612EFD-8EA5-13E6-F0DD-0268D61118DD}"/>
          </ac:picMkLst>
        </pc:picChg>
        <pc:picChg chg="add mod">
          <ac:chgData name="prathamesh gangode" userId="9eb3db153564d149" providerId="LiveId" clId="{10C75185-8F21-4AF6-A0B6-DB948D628DAA}" dt="2026-10-03T13:25:21.003" v="84" actId="208"/>
          <ac:picMkLst>
            <pc:docMk/>
            <pc:sldMk cId="709718880" sldId="340"/>
            <ac:picMk id="7" creationId="{3638BEDC-BE18-9A4B-924C-B5F693A5340D}"/>
          </ac:picMkLst>
        </pc:picChg>
      </pc:sldChg>
      <pc:sldChg chg="addSp delSp modSp mod">
        <pc:chgData name="prathamesh gangode" userId="9eb3db153564d149" providerId="LiveId" clId="{10C75185-8F21-4AF6-A0B6-DB948D628DAA}" dt="2026-10-03T13:25:15.379" v="83" actId="208"/>
        <pc:sldMkLst>
          <pc:docMk/>
          <pc:sldMk cId="2805761040" sldId="341"/>
        </pc:sldMkLst>
        <pc:picChg chg="del">
          <ac:chgData name="prathamesh gangode" userId="9eb3db153564d149" providerId="LiveId" clId="{10C75185-8F21-4AF6-A0B6-DB948D628DAA}" dt="2026-10-03T13:13:09.959" v="19" actId="478"/>
          <ac:picMkLst>
            <pc:docMk/>
            <pc:sldMk cId="2805761040" sldId="341"/>
            <ac:picMk id="6" creationId="{2495C701-07B6-0C85-BF03-78D7178AFA8A}"/>
          </ac:picMkLst>
        </pc:picChg>
        <pc:picChg chg="add mod">
          <ac:chgData name="prathamesh gangode" userId="9eb3db153564d149" providerId="LiveId" clId="{10C75185-8F21-4AF6-A0B6-DB948D628DAA}" dt="2026-10-03T13:25:15.379" v="83" actId="208"/>
          <ac:picMkLst>
            <pc:docMk/>
            <pc:sldMk cId="2805761040" sldId="341"/>
            <ac:picMk id="7" creationId="{36380D18-4683-601A-9345-FFDDC8CAC13C}"/>
          </ac:picMkLst>
        </pc:picChg>
      </pc:sldChg>
      <pc:sldChg chg="addSp delSp modSp mod">
        <pc:chgData name="prathamesh gangode" userId="9eb3db153564d149" providerId="LiveId" clId="{10C75185-8F21-4AF6-A0B6-DB948D628DAA}" dt="2026-10-03T13:25:09.457" v="82" actId="1076"/>
        <pc:sldMkLst>
          <pc:docMk/>
          <pc:sldMk cId="3161236574" sldId="342"/>
        </pc:sldMkLst>
        <pc:spChg chg="mod">
          <ac:chgData name="prathamesh gangode" userId="9eb3db153564d149" providerId="LiveId" clId="{10C75185-8F21-4AF6-A0B6-DB948D628DAA}" dt="2026-10-03T13:24:23.548" v="73" actId="1076"/>
          <ac:spMkLst>
            <pc:docMk/>
            <pc:sldMk cId="3161236574" sldId="342"/>
            <ac:spMk id="3" creationId="{3409A4A3-1552-63A2-C9F9-8AA1D289C223}"/>
          </ac:spMkLst>
        </pc:spChg>
        <pc:picChg chg="del">
          <ac:chgData name="prathamesh gangode" userId="9eb3db153564d149" providerId="LiveId" clId="{10C75185-8F21-4AF6-A0B6-DB948D628DAA}" dt="2026-10-03T13:13:37.708" v="25" actId="478"/>
          <ac:picMkLst>
            <pc:docMk/>
            <pc:sldMk cId="3161236574" sldId="342"/>
            <ac:picMk id="6" creationId="{FFA8FD06-7FF1-5F88-FC22-CF3C98EBE9E1}"/>
          </ac:picMkLst>
        </pc:picChg>
        <pc:picChg chg="add mod">
          <ac:chgData name="prathamesh gangode" userId="9eb3db153564d149" providerId="LiveId" clId="{10C75185-8F21-4AF6-A0B6-DB948D628DAA}" dt="2026-10-03T13:25:09.457" v="82" actId="1076"/>
          <ac:picMkLst>
            <pc:docMk/>
            <pc:sldMk cId="3161236574" sldId="342"/>
            <ac:picMk id="7" creationId="{BCCF2A85-DDEC-80DF-231E-06D51B838A94}"/>
          </ac:picMkLst>
        </pc:picChg>
      </pc:sldChg>
      <pc:sldChg chg="addSp delSp modSp mod">
        <pc:chgData name="prathamesh gangode" userId="9eb3db153564d149" providerId="LiveId" clId="{10C75185-8F21-4AF6-A0B6-DB948D628DAA}" dt="2026-10-03T13:24:30.532" v="75" actId="208"/>
        <pc:sldMkLst>
          <pc:docMk/>
          <pc:sldMk cId="1393912374" sldId="343"/>
        </pc:sldMkLst>
        <pc:picChg chg="del">
          <ac:chgData name="prathamesh gangode" userId="9eb3db153564d149" providerId="LiveId" clId="{10C75185-8F21-4AF6-A0B6-DB948D628DAA}" dt="2026-10-03T13:13:59.954" v="30" actId="478"/>
          <ac:picMkLst>
            <pc:docMk/>
            <pc:sldMk cId="1393912374" sldId="343"/>
            <ac:picMk id="6" creationId="{A85B2E5A-C414-5334-F07F-8A356A806CAA}"/>
          </ac:picMkLst>
        </pc:picChg>
        <pc:picChg chg="add mod">
          <ac:chgData name="prathamesh gangode" userId="9eb3db153564d149" providerId="LiveId" clId="{10C75185-8F21-4AF6-A0B6-DB948D628DAA}" dt="2026-10-03T13:24:30.532" v="75" actId="208"/>
          <ac:picMkLst>
            <pc:docMk/>
            <pc:sldMk cId="1393912374" sldId="343"/>
            <ac:picMk id="7" creationId="{0A441668-C4C6-D19F-CD3D-8E9014D6159F}"/>
          </ac:picMkLst>
        </pc:picChg>
      </pc:sldChg>
      <pc:sldChg chg="addSp delSp modSp mod">
        <pc:chgData name="prathamesh gangode" userId="9eb3db153564d149" providerId="LiveId" clId="{10C75185-8F21-4AF6-A0B6-DB948D628DAA}" dt="2026-10-03T13:14:53.299" v="41" actId="14100"/>
        <pc:sldMkLst>
          <pc:docMk/>
          <pc:sldMk cId="4065597280" sldId="344"/>
        </pc:sldMkLst>
        <pc:picChg chg="del">
          <ac:chgData name="prathamesh gangode" userId="9eb3db153564d149" providerId="LiveId" clId="{10C75185-8F21-4AF6-A0B6-DB948D628DAA}" dt="2026-10-03T13:14:24.689" v="36" actId="478"/>
          <ac:picMkLst>
            <pc:docMk/>
            <pc:sldMk cId="4065597280" sldId="344"/>
            <ac:picMk id="6" creationId="{FBE356D8-0C33-5F4E-10F0-1FF40F6B7249}"/>
          </ac:picMkLst>
        </pc:picChg>
        <pc:picChg chg="add mod">
          <ac:chgData name="prathamesh gangode" userId="9eb3db153564d149" providerId="LiveId" clId="{10C75185-8F21-4AF6-A0B6-DB948D628DAA}" dt="2026-10-03T13:14:53.299" v="41" actId="14100"/>
          <ac:picMkLst>
            <pc:docMk/>
            <pc:sldMk cId="4065597280" sldId="344"/>
            <ac:picMk id="7" creationId="{D5B325F8-1B5F-7133-0717-A9A55B8BE4F2}"/>
          </ac:picMkLst>
        </pc:picChg>
      </pc:sldChg>
      <pc:sldChg chg="addSp delSp modSp mod">
        <pc:chgData name="prathamesh gangode" userId="9eb3db153564d149" providerId="LiveId" clId="{10C75185-8F21-4AF6-A0B6-DB948D628DAA}" dt="2026-10-03T13:15:36.828" v="47" actId="208"/>
        <pc:sldMkLst>
          <pc:docMk/>
          <pc:sldMk cId="1506947320" sldId="345"/>
        </pc:sldMkLst>
        <pc:spChg chg="add del mod">
          <ac:chgData name="prathamesh gangode" userId="9eb3db153564d149" providerId="LiveId" clId="{10C75185-8F21-4AF6-A0B6-DB948D628DAA}" dt="2026-10-03T13:15:28.204" v="45" actId="931"/>
          <ac:spMkLst>
            <pc:docMk/>
            <pc:sldMk cId="1506947320" sldId="345"/>
            <ac:spMk id="5" creationId="{E293AA42-F097-5F43-2E58-5B75E346CB17}"/>
          </ac:spMkLst>
        </pc:spChg>
        <pc:picChg chg="del">
          <ac:chgData name="prathamesh gangode" userId="9eb3db153564d149" providerId="LiveId" clId="{10C75185-8F21-4AF6-A0B6-DB948D628DAA}" dt="2026-10-03T13:15:10.033" v="42" actId="478"/>
          <ac:picMkLst>
            <pc:docMk/>
            <pc:sldMk cId="1506947320" sldId="345"/>
            <ac:picMk id="6" creationId="{559147E4-1753-86FC-AF2E-8F675DA91AAE}"/>
          </ac:picMkLst>
        </pc:picChg>
        <pc:picChg chg="add mod">
          <ac:chgData name="prathamesh gangode" userId="9eb3db153564d149" providerId="LiveId" clId="{10C75185-8F21-4AF6-A0B6-DB948D628DAA}" dt="2026-10-03T13:15:36.828" v="47" actId="208"/>
          <ac:picMkLst>
            <pc:docMk/>
            <pc:sldMk cId="1506947320" sldId="345"/>
            <ac:picMk id="8" creationId="{2FDFEFFB-0078-D22B-46F8-7BFE3A381274}"/>
          </ac:picMkLst>
        </pc:picChg>
      </pc:sldChg>
      <pc:sldChg chg="addSp delSp modSp mod">
        <pc:chgData name="prathamesh gangode" userId="9eb3db153564d149" providerId="LiveId" clId="{10C75185-8F21-4AF6-A0B6-DB948D628DAA}" dt="2026-10-03T13:16:01.774" v="52" actId="208"/>
        <pc:sldMkLst>
          <pc:docMk/>
          <pc:sldMk cId="292501275" sldId="346"/>
        </pc:sldMkLst>
        <pc:spChg chg="add del mod">
          <ac:chgData name="prathamesh gangode" userId="9eb3db153564d149" providerId="LiveId" clId="{10C75185-8F21-4AF6-A0B6-DB948D628DAA}" dt="2026-10-03T13:15:58.930" v="51" actId="931"/>
          <ac:spMkLst>
            <pc:docMk/>
            <pc:sldMk cId="292501275" sldId="346"/>
            <ac:spMk id="5" creationId="{99D9EE1F-B91C-AA16-9B2B-8AD543D0DC30}"/>
          </ac:spMkLst>
        </pc:spChg>
        <pc:picChg chg="add mod">
          <ac:chgData name="prathamesh gangode" userId="9eb3db153564d149" providerId="LiveId" clId="{10C75185-8F21-4AF6-A0B6-DB948D628DAA}" dt="2026-10-03T13:16:01.774" v="52" actId="208"/>
          <ac:picMkLst>
            <pc:docMk/>
            <pc:sldMk cId="292501275" sldId="346"/>
            <ac:picMk id="7" creationId="{980E23A5-47A9-5FDC-28E0-C4749F8C84A8}"/>
          </ac:picMkLst>
        </pc:picChg>
        <pc:picChg chg="del">
          <ac:chgData name="prathamesh gangode" userId="9eb3db153564d149" providerId="LiveId" clId="{10C75185-8F21-4AF6-A0B6-DB948D628DAA}" dt="2026-10-03T13:15:41.437" v="48" actId="478"/>
          <ac:picMkLst>
            <pc:docMk/>
            <pc:sldMk cId="292501275" sldId="346"/>
            <ac:picMk id="8" creationId="{945A7DAF-D4F0-9294-6631-4B9A7755CF2C}"/>
          </ac:picMkLst>
        </pc:picChg>
      </pc:sldChg>
      <pc:sldChg chg="addSp delSp modSp mod">
        <pc:chgData name="prathamesh gangode" userId="9eb3db153564d149" providerId="LiveId" clId="{10C75185-8F21-4AF6-A0B6-DB948D628DAA}" dt="2026-10-03T13:16:26.130" v="58" actId="208"/>
        <pc:sldMkLst>
          <pc:docMk/>
          <pc:sldMk cId="3834593320" sldId="347"/>
        </pc:sldMkLst>
        <pc:spChg chg="add del mod">
          <ac:chgData name="prathamesh gangode" userId="9eb3db153564d149" providerId="LiveId" clId="{10C75185-8F21-4AF6-A0B6-DB948D628DAA}" dt="2026-10-03T13:16:21.335" v="57" actId="931"/>
          <ac:spMkLst>
            <pc:docMk/>
            <pc:sldMk cId="3834593320" sldId="347"/>
            <ac:spMk id="5" creationId="{2381D4F5-67CE-17E6-C297-42270C86679F}"/>
          </ac:spMkLst>
        </pc:spChg>
        <pc:picChg chg="del">
          <ac:chgData name="prathamesh gangode" userId="9eb3db153564d149" providerId="LiveId" clId="{10C75185-8F21-4AF6-A0B6-DB948D628DAA}" dt="2026-10-03T13:16:07.695" v="53" actId="478"/>
          <ac:picMkLst>
            <pc:docMk/>
            <pc:sldMk cId="3834593320" sldId="347"/>
            <ac:picMk id="6" creationId="{B976BBB0-C9BD-E2F2-480D-E222A773DBB1}"/>
          </ac:picMkLst>
        </pc:picChg>
        <pc:picChg chg="add mod">
          <ac:chgData name="prathamesh gangode" userId="9eb3db153564d149" providerId="LiveId" clId="{10C75185-8F21-4AF6-A0B6-DB948D628DAA}" dt="2026-10-03T13:16:26.130" v="58" actId="208"/>
          <ac:picMkLst>
            <pc:docMk/>
            <pc:sldMk cId="3834593320" sldId="347"/>
            <ac:picMk id="8" creationId="{17DB51C8-3F02-8FF3-A9C7-6A5BABF17CF5}"/>
          </ac:picMkLst>
        </pc:picChg>
      </pc:sldChg>
      <pc:sldChg chg="del">
        <pc:chgData name="prathamesh gangode" userId="9eb3db153564d149" providerId="LiveId" clId="{10C75185-8F21-4AF6-A0B6-DB948D628DAA}" dt="2026-10-03T13:16:33.108" v="59" actId="47"/>
        <pc:sldMkLst>
          <pc:docMk/>
          <pc:sldMk cId="925250256" sldId="348"/>
        </pc:sldMkLst>
      </pc:sldChg>
      <pc:sldChg chg="delSp modSp mod">
        <pc:chgData name="prathamesh gangode" userId="9eb3db153564d149" providerId="LiveId" clId="{10C75185-8F21-4AF6-A0B6-DB948D628DAA}" dt="2026-10-03T13:24:03.705" v="71" actId="1076"/>
        <pc:sldMkLst>
          <pc:docMk/>
          <pc:sldMk cId="3011845703" sldId="349"/>
        </pc:sldMkLst>
        <pc:spChg chg="mod">
          <ac:chgData name="prathamesh gangode" userId="9eb3db153564d149" providerId="LiveId" clId="{10C75185-8F21-4AF6-A0B6-DB948D628DAA}" dt="2026-10-03T13:24:03.705" v="71" actId="1076"/>
          <ac:spMkLst>
            <pc:docMk/>
            <pc:sldMk cId="3011845703" sldId="349"/>
            <ac:spMk id="2" creationId="{CD8035E5-086B-B662-1184-513D1234CE9A}"/>
          </ac:spMkLst>
        </pc:spChg>
        <pc:spChg chg="del">
          <ac:chgData name="prathamesh gangode" userId="9eb3db153564d149" providerId="LiveId" clId="{10C75185-8F21-4AF6-A0B6-DB948D628DAA}" dt="2026-10-03T13:23:55.843" v="70" actId="21"/>
          <ac:spMkLst>
            <pc:docMk/>
            <pc:sldMk cId="3011845703" sldId="349"/>
            <ac:spMk id="3" creationId="{7729873E-152A-8AEF-D5B2-FE2E062CA26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Prathmg/Healthcare-Analytics-for-Doctor-Visits-DIY-Project"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410890" y="3081684"/>
            <a:ext cx="11605477" cy="2716001"/>
          </a:xfrm>
        </p:spPr>
        <p:txBody>
          <a:bodyPr>
            <a:noAutofit/>
          </a:bodyPr>
          <a:lstStyle/>
          <a:p>
            <a:r>
              <a:rPr lang="en-US" sz="3200" dirty="0">
                <a:solidFill>
                  <a:schemeClr val="tx1"/>
                </a:solidFill>
                <a:latin typeface="Times New Roman" panose="02020603050405020304" pitchFamily="18" charset="0"/>
                <a:cs typeface="Times New Roman" panose="02020603050405020304" pitchFamily="18" charset="0"/>
              </a:rPr>
              <a:t>             </a:t>
            </a:r>
            <a:r>
              <a:rPr lang="en-US" sz="3200" dirty="0">
                <a:solidFill>
                  <a:srgbClr val="FF0000"/>
                </a:solidFill>
                <a:latin typeface="Times New Roman" panose="02020603050405020304" pitchFamily="18" charset="0"/>
                <a:cs typeface="Times New Roman" panose="02020603050405020304" pitchFamily="18" charset="0"/>
              </a:rPr>
              <a:t>Student Name  - Gangode Prathmesh Raghunath</a:t>
            </a:r>
          </a:p>
          <a:p>
            <a:r>
              <a:rPr lang="en-US" sz="3200" b="0" dirty="0">
                <a:solidFill>
                  <a:srgbClr val="00B050"/>
                </a:solidFill>
                <a:latin typeface="Times New Roman" panose="02020603050405020304" pitchFamily="18" charset="0"/>
                <a:cs typeface="Times New Roman" panose="02020603050405020304" pitchFamily="18" charset="0"/>
              </a:rPr>
              <a:t>		    </a:t>
            </a:r>
            <a:r>
              <a:rPr lang="en-US" sz="3200" dirty="0">
                <a:solidFill>
                  <a:srgbClr val="00B050"/>
                </a:solidFill>
                <a:latin typeface="Times New Roman" panose="02020603050405020304" pitchFamily="18" charset="0"/>
                <a:cs typeface="Times New Roman" panose="02020603050405020304" pitchFamily="18" charset="0"/>
              </a:rPr>
              <a:t>AICTE ID </a:t>
            </a:r>
            <a:r>
              <a:rPr lang="en-US" sz="3200" b="0" dirty="0">
                <a:solidFill>
                  <a:srgbClr val="00B050"/>
                </a:solidFill>
                <a:latin typeface="Times New Roman" panose="02020603050405020304" pitchFamily="18" charset="0"/>
                <a:cs typeface="Times New Roman" panose="02020603050405020304" pitchFamily="18" charset="0"/>
              </a:rPr>
              <a:t>– </a:t>
            </a:r>
            <a:r>
              <a:rPr lang="en-US" sz="3200" dirty="0">
                <a:solidFill>
                  <a:srgbClr val="00B050"/>
                </a:solidFill>
                <a:latin typeface="Times New Roman" panose="02020603050405020304" pitchFamily="18" charset="0"/>
                <a:cs typeface="Times New Roman" panose="02020603050405020304" pitchFamily="18" charset="0"/>
              </a:rPr>
              <a:t>STU68f9f4033b6691761211395</a:t>
            </a:r>
          </a:p>
          <a:p>
            <a:endParaRPr lang="en-US" sz="1000" b="0" dirty="0">
              <a:solidFill>
                <a:schemeClr val="tx1"/>
              </a:solidFill>
            </a:endParaRPr>
          </a:p>
          <a:p>
            <a:endParaRPr lang="en-US" sz="1000" b="0" dirty="0">
              <a:solidFill>
                <a:schemeClr val="tx1"/>
              </a:solidFill>
            </a:endParaRPr>
          </a:p>
          <a:p>
            <a:endParaRPr lang="en-IN" sz="10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0691" y="2580561"/>
            <a:ext cx="11683784" cy="644188"/>
          </a:xfrm>
        </p:spPr>
        <p:txBody>
          <a:bodyPr>
            <a:normAutofit/>
          </a:bodyPr>
          <a:lstStyle/>
          <a:p>
            <a:r>
              <a:rPr lang="en-GB" sz="3200" b="1" dirty="0">
                <a:latin typeface="Times New Roman" panose="02020603050405020304" pitchFamily="18" charset="0"/>
                <a:cs typeface="Times New Roman" panose="02020603050405020304" pitchFamily="18" charset="0"/>
              </a:rPr>
              <a:t>Project Title - </a:t>
            </a:r>
            <a:r>
              <a:rPr lang="en-US" sz="3200" b="1" dirty="0">
                <a:latin typeface="Times New Roman" panose="02020603050405020304" pitchFamily="18" charset="0"/>
                <a:cs typeface="Times New Roman" panose="02020603050405020304" pitchFamily="18" charset="0"/>
              </a:rPr>
              <a:t>Healthcare Analytics for Doctor Visits DIY Project</a:t>
            </a:r>
            <a:endParaRPr lang="en-IN" sz="32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a:bodyPr>
          <a:lstStyle/>
          <a:p>
            <a:pPr>
              <a:lnSpc>
                <a:spcPct val="150000"/>
              </a:lnSpc>
            </a:pPr>
            <a:r>
              <a:rPr lang="en-US" sz="2800" dirty="0"/>
              <a:t>To analyze healthcare and doctor-visit data and identify patterns related to illness, income, gender, doctor visits, reduced activity, and health insurance coverage.</a:t>
            </a:r>
            <a:endParaRPr lang="en-IN" sz="2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9164537" cy="4457451"/>
          </a:xfrm>
        </p:spPr>
        <p:txBody>
          <a:bodyPr>
            <a:normAutofit/>
          </a:bodyPr>
          <a:lstStyle/>
          <a:p>
            <a:r>
              <a:rPr lang="en-GB" dirty="0"/>
              <a:t>Project Description</a:t>
            </a:r>
            <a:br>
              <a:rPr lang="en-GB" dirty="0"/>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 Python-based exploratory data analysis project that uses healthcare data to study patient characteristics and healthcare utilization through statistical analysis and visualizations.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Python libraries are used for data cleaning, statistical analysis, visualization, and correlation analysis to generate meaningful healthcare insights.</a:t>
            </a:r>
            <a:br>
              <a:rPr lang="en-US" sz="2000" dirty="0">
                <a:latin typeface="Times New Roman" panose="02020603050405020304" pitchFamily="18" charset="0"/>
                <a:cs typeface="Times New Roman" panose="02020603050405020304" pitchFamily="18" charset="0"/>
              </a:rPr>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2D07648E-0DEA-9547-3289-36BBE5AA3F08}"/>
              </a:ext>
            </a:extLst>
          </p:cNvPr>
          <p:cNvSpPr>
            <a:spLocks noGrp="1" noChangeArrowheads="1"/>
          </p:cNvSpPr>
          <p:nvPr>
            <p:ph type="body" sz="quarter" idx="12"/>
          </p:nvPr>
        </p:nvSpPr>
        <p:spPr bwMode="auto">
          <a:xfrm>
            <a:off x="954822" y="1479813"/>
            <a:ext cx="865610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Healthcare data analysts</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Healthcare researchers</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Hospitals and healthcare organizations</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Healthcare management teams</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Students and researchers working in healthcare analytics</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Data science and machine learning learners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marL="0" lvl="0" indent="0" defTabSz="914400" eaLnBrk="0" fontAlgn="base" hangingPunct="0">
              <a:lnSpc>
                <a:spcPct val="100000"/>
              </a:lnSpc>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Python</a:t>
            </a:r>
            <a:r>
              <a:rPr lang="en-US" altLang="en-US" dirty="0">
                <a:solidFill>
                  <a:schemeClr val="tx1"/>
                </a:solidFill>
                <a:latin typeface="Times New Roman" panose="02020603050405020304" pitchFamily="18" charset="0"/>
                <a:cs typeface="Times New Roman" panose="02020603050405020304" pitchFamily="18" charset="0"/>
              </a:rPr>
              <a:t> </a:t>
            </a:r>
          </a:p>
          <a:p>
            <a:pPr marL="0" lvl="0" indent="0" defTabSz="914400" eaLnBrk="0" fontAlgn="base" hangingPunct="0">
              <a:lnSpc>
                <a:spcPct val="100000"/>
              </a:lnSpc>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Jupyter Notebook</a:t>
            </a:r>
            <a:r>
              <a:rPr lang="en-US" altLang="en-US" dirty="0">
                <a:solidFill>
                  <a:schemeClr val="tx1"/>
                </a:solidFill>
                <a:latin typeface="Times New Roman" panose="02020603050405020304" pitchFamily="18" charset="0"/>
                <a:cs typeface="Times New Roman" panose="02020603050405020304" pitchFamily="18" charset="0"/>
              </a:rPr>
              <a:t> </a:t>
            </a:r>
          </a:p>
          <a:p>
            <a:pPr marL="0" lvl="0" indent="0" defTabSz="914400" eaLnBrk="0" fontAlgn="base" hangingPunct="0">
              <a:lnSpc>
                <a:spcPct val="100000"/>
              </a:lnSpc>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Pandas</a:t>
            </a:r>
            <a:r>
              <a:rPr lang="en-US" altLang="en-US" dirty="0">
                <a:solidFill>
                  <a:schemeClr val="tx1"/>
                </a:solidFill>
                <a:latin typeface="Times New Roman" panose="02020603050405020304" pitchFamily="18" charset="0"/>
                <a:cs typeface="Times New Roman" panose="02020603050405020304" pitchFamily="18" charset="0"/>
              </a:rPr>
              <a:t> – Data processing </a:t>
            </a:r>
          </a:p>
          <a:p>
            <a:pPr marL="0" lvl="0" indent="0" defTabSz="914400" eaLnBrk="0" fontAlgn="base" hangingPunct="0">
              <a:lnSpc>
                <a:spcPct val="100000"/>
              </a:lnSpc>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NumPy</a:t>
            </a:r>
            <a:r>
              <a:rPr lang="en-US" altLang="en-US" dirty="0">
                <a:solidFill>
                  <a:schemeClr val="tx1"/>
                </a:solidFill>
                <a:latin typeface="Times New Roman" panose="02020603050405020304" pitchFamily="18" charset="0"/>
                <a:cs typeface="Times New Roman" panose="02020603050405020304" pitchFamily="18" charset="0"/>
              </a:rPr>
              <a:t> – Numerical analysis </a:t>
            </a:r>
          </a:p>
          <a:p>
            <a:pPr marL="0" lvl="0" indent="0" defTabSz="914400" eaLnBrk="0" fontAlgn="base" hangingPunct="0">
              <a:lnSpc>
                <a:spcPct val="100000"/>
              </a:lnSpc>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Matplotlib</a:t>
            </a:r>
            <a:r>
              <a:rPr lang="en-US" altLang="en-US" dirty="0">
                <a:solidFill>
                  <a:schemeClr val="tx1"/>
                </a:solidFill>
                <a:latin typeface="Times New Roman" panose="02020603050405020304" pitchFamily="18" charset="0"/>
                <a:cs typeface="Times New Roman" panose="02020603050405020304" pitchFamily="18" charset="0"/>
              </a:rPr>
              <a:t> – Data visualization </a:t>
            </a:r>
          </a:p>
          <a:p>
            <a:pPr marL="0" lvl="0" indent="0" defTabSz="914400" eaLnBrk="0" fontAlgn="base" hangingPunct="0">
              <a:lnSpc>
                <a:spcPct val="100000"/>
              </a:lnSpc>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Seaborn</a:t>
            </a:r>
            <a:r>
              <a:rPr lang="en-US" altLang="en-US" dirty="0">
                <a:solidFill>
                  <a:schemeClr val="tx1"/>
                </a:solidFill>
                <a:latin typeface="Times New Roman" panose="02020603050405020304" pitchFamily="18" charset="0"/>
                <a:cs typeface="Times New Roman" panose="02020603050405020304" pitchFamily="18" charset="0"/>
              </a:rPr>
              <a:t> – Statistical visualization </a:t>
            </a:r>
          </a:p>
          <a:p>
            <a:pPr marL="0" lvl="0" indent="0" defTabSz="914400" eaLnBrk="0" fontAlgn="base" hangingPunct="0">
              <a:lnSpc>
                <a:spcPct val="100000"/>
              </a:lnSpc>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Anaconda</a:t>
            </a:r>
            <a:r>
              <a:rPr lang="en-US" altLang="en-US" dirty="0">
                <a:solidFill>
                  <a:schemeClr val="tx1"/>
                </a:solidFill>
                <a:latin typeface="Times New Roman" panose="02020603050405020304" pitchFamily="18" charset="0"/>
                <a:cs typeface="Times New Roman" panose="02020603050405020304" pitchFamily="18" charset="0"/>
              </a:rPr>
              <a:t> – Development environment </a:t>
            </a:r>
          </a:p>
          <a:p>
            <a:pPr marL="0" lvl="0" indent="0" defTabSz="914400" eaLnBrk="0" fontAlgn="base" hangingPunct="0">
              <a:lnSpc>
                <a:spcPct val="100000"/>
              </a:lnSpc>
              <a:spcBef>
                <a:spcPct val="0"/>
              </a:spcBef>
              <a:spcAft>
                <a:spcPct val="0"/>
              </a:spcAft>
              <a:buClrTx/>
              <a:buSzTx/>
              <a:buFontTx/>
              <a:buChar char="•"/>
            </a:pPr>
            <a:r>
              <a:rPr lang="en-US" altLang="en-US" b="1" dirty="0">
                <a:solidFill>
                  <a:schemeClr val="tx1"/>
                </a:solidFill>
                <a:latin typeface="Times New Roman" panose="02020603050405020304" pitchFamily="18" charset="0"/>
                <a:cs typeface="Times New Roman" panose="02020603050405020304" pitchFamily="18" charset="0"/>
              </a:rPr>
              <a:t>GitHub</a:t>
            </a:r>
            <a:r>
              <a:rPr lang="en-US" altLang="en-US" dirty="0">
                <a:solidFill>
                  <a:schemeClr val="tx1"/>
                </a:solidFill>
                <a:latin typeface="Times New Roman" panose="02020603050405020304" pitchFamily="18" charset="0"/>
                <a:cs typeface="Times New Roman" panose="02020603050405020304" pitchFamily="18" charset="0"/>
              </a:rPr>
              <a:t> – Project hosting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2" name="Text Placeholder 1">
            <a:extLst>
              <a:ext uri="{FF2B5EF4-FFF2-40B4-BE49-F238E27FC236}">
                <a16:creationId xmlns:a16="http://schemas.microsoft.com/office/drawing/2014/main" id="{9F2C9670-B4C9-2AD9-13B4-D55DCC1C289E}"/>
              </a:ext>
            </a:extLst>
          </p:cNvPr>
          <p:cNvSpPr>
            <a:spLocks noGrp="1" noChangeArrowheads="1"/>
          </p:cNvSpPr>
          <p:nvPr>
            <p:ph type="body" sz="quarter" idx="12"/>
          </p:nvPr>
        </p:nvSpPr>
        <p:spPr bwMode="auto">
          <a:xfrm>
            <a:off x="675957" y="1343378"/>
            <a:ext cx="110645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None/>
            </a:pPr>
            <a:r>
              <a:rPr lang="en-US" sz="1800" dirty="0"/>
              <a:t>The project provides visual insights into illness distribution, income, doctor visits, gender-based reduced activity, insurance coverage, correlations, and missing values.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93CD3-7899-61E3-3A5B-10656C25F975}"/>
              </a:ext>
            </a:extLst>
          </p:cNvPr>
          <p:cNvSpPr>
            <a:spLocks noGrp="1"/>
          </p:cNvSpPr>
          <p:nvPr>
            <p:ph type="ctrTitle"/>
          </p:nvPr>
        </p:nvSpPr>
        <p:spPr>
          <a:xfrm>
            <a:off x="1393932" y="433040"/>
            <a:ext cx="7766936" cy="607243"/>
          </a:xfrm>
        </p:spPr>
        <p:txBody>
          <a:bodyPr/>
          <a:lstStyle/>
          <a:p>
            <a:pPr algn="l"/>
            <a:r>
              <a:rPr lang="en-GB" dirty="0"/>
              <a:t>RESULTS </a:t>
            </a:r>
            <a:endParaRPr lang="en-US" dirty="0"/>
          </a:p>
        </p:txBody>
      </p:sp>
      <p:sp>
        <p:nvSpPr>
          <p:cNvPr id="3" name="Subtitle 2">
            <a:extLst>
              <a:ext uri="{FF2B5EF4-FFF2-40B4-BE49-F238E27FC236}">
                <a16:creationId xmlns:a16="http://schemas.microsoft.com/office/drawing/2014/main" id="{1C0A241F-8E69-08FB-6D50-80A3501D5035}"/>
              </a:ext>
            </a:extLst>
          </p:cNvPr>
          <p:cNvSpPr>
            <a:spLocks noGrp="1"/>
          </p:cNvSpPr>
          <p:nvPr>
            <p:ph type="subTitle" idx="1"/>
          </p:nvPr>
        </p:nvSpPr>
        <p:spPr>
          <a:xfrm>
            <a:off x="1400063" y="899071"/>
            <a:ext cx="10448226" cy="5725465"/>
          </a:xfrm>
        </p:spPr>
        <p:txBody>
          <a:bodyPr/>
          <a:lstStyle/>
          <a:p>
            <a:endParaRPr lang="en-US" dirty="0"/>
          </a:p>
        </p:txBody>
      </p:sp>
      <p:sp>
        <p:nvSpPr>
          <p:cNvPr id="4" name="Slide Number Placeholder 3">
            <a:extLst>
              <a:ext uri="{FF2B5EF4-FFF2-40B4-BE49-F238E27FC236}">
                <a16:creationId xmlns:a16="http://schemas.microsoft.com/office/drawing/2014/main" id="{9D1B165C-E756-B122-EEA8-2C9D212E2B5A}"/>
              </a:ext>
            </a:extLst>
          </p:cNvPr>
          <p:cNvSpPr>
            <a:spLocks noGrp="1"/>
          </p:cNvSpPr>
          <p:nvPr>
            <p:ph type="sldNum" sz="quarter" idx="12"/>
          </p:nvPr>
        </p:nvSpPr>
        <p:spPr/>
        <p:txBody>
          <a:bodyPr/>
          <a:lstStyle/>
          <a:p>
            <a:fld id="{D57F1E4F-1CFF-5643-939E-217C01CDF565}" type="slidenum">
              <a:rPr lang="en-US" smtClean="0"/>
              <a:pPr/>
              <a:t>7</a:t>
            </a:fld>
            <a:endParaRPr lang="en-US" dirty="0"/>
          </a:p>
        </p:txBody>
      </p:sp>
      <p:pic>
        <p:nvPicPr>
          <p:cNvPr id="7" name="Picture 6">
            <a:extLst>
              <a:ext uri="{FF2B5EF4-FFF2-40B4-BE49-F238E27FC236}">
                <a16:creationId xmlns:a16="http://schemas.microsoft.com/office/drawing/2014/main" id="{3638BEDC-BE18-9A4B-924C-B5F693A5340D}"/>
              </a:ext>
            </a:extLst>
          </p:cNvPr>
          <p:cNvPicPr>
            <a:picLocks noChangeAspect="1"/>
          </p:cNvPicPr>
          <p:nvPr/>
        </p:nvPicPr>
        <p:blipFill>
          <a:blip r:embed="rId2"/>
          <a:stretch>
            <a:fillRect/>
          </a:stretch>
        </p:blipFill>
        <p:spPr>
          <a:xfrm>
            <a:off x="1393932" y="899070"/>
            <a:ext cx="10460488" cy="5725465"/>
          </a:xfrm>
          <a:prstGeom prst="rect">
            <a:avLst/>
          </a:prstGeom>
          <a:ln>
            <a:solidFill>
              <a:schemeClr val="tx1"/>
            </a:solidFill>
          </a:ln>
        </p:spPr>
      </p:pic>
    </p:spTree>
    <p:extLst>
      <p:ext uri="{BB962C8B-B14F-4D97-AF65-F5344CB8AC3E}">
        <p14:creationId xmlns:p14="http://schemas.microsoft.com/office/powerpoint/2010/main" val="709718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55480-631B-4ADD-2E8F-6F0C212550DD}"/>
              </a:ext>
            </a:extLst>
          </p:cNvPr>
          <p:cNvSpPr>
            <a:spLocks noGrp="1"/>
          </p:cNvSpPr>
          <p:nvPr>
            <p:ph type="ctrTitle"/>
          </p:nvPr>
        </p:nvSpPr>
        <p:spPr>
          <a:xfrm>
            <a:off x="1244419" y="433618"/>
            <a:ext cx="7766936" cy="316886"/>
          </a:xfrm>
        </p:spPr>
        <p:txBody>
          <a:bodyPr/>
          <a:lstStyle/>
          <a:p>
            <a:pPr algn="l"/>
            <a:r>
              <a:rPr lang="en-GB" dirty="0"/>
              <a:t>RESULTS </a:t>
            </a:r>
            <a:endParaRPr lang="en-US" dirty="0"/>
          </a:p>
        </p:txBody>
      </p:sp>
      <p:sp>
        <p:nvSpPr>
          <p:cNvPr id="3" name="Subtitle 2">
            <a:extLst>
              <a:ext uri="{FF2B5EF4-FFF2-40B4-BE49-F238E27FC236}">
                <a16:creationId xmlns:a16="http://schemas.microsoft.com/office/drawing/2014/main" id="{9F8C6D39-196A-FAC4-CCBB-21A6520E1C71}"/>
              </a:ext>
            </a:extLst>
          </p:cNvPr>
          <p:cNvSpPr>
            <a:spLocks noGrp="1"/>
          </p:cNvSpPr>
          <p:nvPr>
            <p:ph type="subTitle" idx="1"/>
          </p:nvPr>
        </p:nvSpPr>
        <p:spPr>
          <a:xfrm>
            <a:off x="1244419" y="655880"/>
            <a:ext cx="10603869" cy="6085388"/>
          </a:xfrm>
        </p:spPr>
        <p:txBody>
          <a:bodyPr/>
          <a:lstStyle/>
          <a:p>
            <a:endParaRPr lang="en-US" dirty="0"/>
          </a:p>
        </p:txBody>
      </p:sp>
      <p:sp>
        <p:nvSpPr>
          <p:cNvPr id="4" name="Slide Number Placeholder 3">
            <a:extLst>
              <a:ext uri="{FF2B5EF4-FFF2-40B4-BE49-F238E27FC236}">
                <a16:creationId xmlns:a16="http://schemas.microsoft.com/office/drawing/2014/main" id="{47D378C0-B5D0-E818-9EA7-0AAEADABBA7A}"/>
              </a:ext>
            </a:extLst>
          </p:cNvPr>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7" name="Picture 6">
            <a:extLst>
              <a:ext uri="{FF2B5EF4-FFF2-40B4-BE49-F238E27FC236}">
                <a16:creationId xmlns:a16="http://schemas.microsoft.com/office/drawing/2014/main" id="{36380D18-4683-601A-9345-FFDDC8CAC13C}"/>
              </a:ext>
            </a:extLst>
          </p:cNvPr>
          <p:cNvPicPr>
            <a:picLocks noChangeAspect="1"/>
          </p:cNvPicPr>
          <p:nvPr/>
        </p:nvPicPr>
        <p:blipFill>
          <a:blip r:embed="rId2"/>
          <a:stretch>
            <a:fillRect/>
          </a:stretch>
        </p:blipFill>
        <p:spPr>
          <a:xfrm>
            <a:off x="1198674" y="655880"/>
            <a:ext cx="10649614" cy="6085388"/>
          </a:xfrm>
          <a:prstGeom prst="rect">
            <a:avLst/>
          </a:prstGeom>
          <a:ln>
            <a:solidFill>
              <a:schemeClr val="tx1"/>
            </a:solidFill>
          </a:ln>
        </p:spPr>
      </p:pic>
    </p:spTree>
    <p:extLst>
      <p:ext uri="{BB962C8B-B14F-4D97-AF65-F5344CB8AC3E}">
        <p14:creationId xmlns:p14="http://schemas.microsoft.com/office/powerpoint/2010/main" val="2805761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07182-28A6-299B-BF0A-E872C089EE0F}"/>
              </a:ext>
            </a:extLst>
          </p:cNvPr>
          <p:cNvSpPr>
            <a:spLocks noGrp="1"/>
          </p:cNvSpPr>
          <p:nvPr>
            <p:ph type="ctrTitle"/>
          </p:nvPr>
        </p:nvSpPr>
        <p:spPr>
          <a:xfrm>
            <a:off x="1234693" y="264622"/>
            <a:ext cx="7766936" cy="490511"/>
          </a:xfrm>
        </p:spPr>
        <p:txBody>
          <a:bodyPr/>
          <a:lstStyle/>
          <a:p>
            <a:pPr algn="l"/>
            <a:r>
              <a:rPr lang="en-GB" dirty="0"/>
              <a:t>RESULTS </a:t>
            </a:r>
            <a:endParaRPr lang="en-US" dirty="0"/>
          </a:p>
        </p:txBody>
      </p:sp>
      <p:sp>
        <p:nvSpPr>
          <p:cNvPr id="3" name="Subtitle 2">
            <a:extLst>
              <a:ext uri="{FF2B5EF4-FFF2-40B4-BE49-F238E27FC236}">
                <a16:creationId xmlns:a16="http://schemas.microsoft.com/office/drawing/2014/main" id="{3409A4A3-1552-63A2-C9F9-8AA1D289C223}"/>
              </a:ext>
            </a:extLst>
          </p:cNvPr>
          <p:cNvSpPr>
            <a:spLocks noGrp="1"/>
          </p:cNvSpPr>
          <p:nvPr>
            <p:ph type="subTitle" idx="1"/>
          </p:nvPr>
        </p:nvSpPr>
        <p:spPr>
          <a:xfrm>
            <a:off x="1334622" y="822035"/>
            <a:ext cx="10535776" cy="5852010"/>
          </a:xfrm>
        </p:spPr>
        <p:txBody>
          <a:bodyPr/>
          <a:lstStyle/>
          <a:p>
            <a:endParaRPr lang="en-US" dirty="0"/>
          </a:p>
        </p:txBody>
      </p:sp>
      <p:sp>
        <p:nvSpPr>
          <p:cNvPr id="4" name="Slide Number Placeholder 3">
            <a:extLst>
              <a:ext uri="{FF2B5EF4-FFF2-40B4-BE49-F238E27FC236}">
                <a16:creationId xmlns:a16="http://schemas.microsoft.com/office/drawing/2014/main" id="{1DBC2625-3CDF-39A6-22DF-8EB1AA633297}"/>
              </a:ext>
            </a:extLst>
          </p:cNvPr>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7" name="Picture 6">
            <a:extLst>
              <a:ext uri="{FF2B5EF4-FFF2-40B4-BE49-F238E27FC236}">
                <a16:creationId xmlns:a16="http://schemas.microsoft.com/office/drawing/2014/main" id="{BCCF2A85-DDEC-80DF-231E-06D51B838A94}"/>
              </a:ext>
            </a:extLst>
          </p:cNvPr>
          <p:cNvPicPr>
            <a:picLocks noChangeAspect="1"/>
          </p:cNvPicPr>
          <p:nvPr/>
        </p:nvPicPr>
        <p:blipFill>
          <a:blip r:embed="rId2"/>
          <a:stretch>
            <a:fillRect/>
          </a:stretch>
        </p:blipFill>
        <p:spPr>
          <a:xfrm>
            <a:off x="1372403" y="888937"/>
            <a:ext cx="10460214" cy="5852010"/>
          </a:xfrm>
          <a:prstGeom prst="rect">
            <a:avLst/>
          </a:prstGeom>
          <a:ln>
            <a:solidFill>
              <a:schemeClr val="tx1"/>
            </a:solidFill>
          </a:ln>
        </p:spPr>
      </p:pic>
    </p:spTree>
    <p:extLst>
      <p:ext uri="{BB962C8B-B14F-4D97-AF65-F5344CB8AC3E}">
        <p14:creationId xmlns:p14="http://schemas.microsoft.com/office/powerpoint/2010/main" val="3161236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C0527-1418-03AE-0B02-520367ECFBF8}"/>
              </a:ext>
            </a:extLst>
          </p:cNvPr>
          <p:cNvSpPr>
            <a:spLocks noGrp="1"/>
          </p:cNvSpPr>
          <p:nvPr>
            <p:ph type="ctrTitle"/>
          </p:nvPr>
        </p:nvSpPr>
        <p:spPr>
          <a:xfrm>
            <a:off x="1361153" y="63966"/>
            <a:ext cx="7766936" cy="733702"/>
          </a:xfrm>
        </p:spPr>
        <p:txBody>
          <a:bodyPr/>
          <a:lstStyle/>
          <a:p>
            <a:pPr algn="l"/>
            <a:r>
              <a:rPr lang="en-GB" dirty="0"/>
              <a:t>RESULTS </a:t>
            </a:r>
            <a:endParaRPr lang="en-US" dirty="0"/>
          </a:p>
        </p:txBody>
      </p:sp>
      <p:sp>
        <p:nvSpPr>
          <p:cNvPr id="3" name="Subtitle 2">
            <a:extLst>
              <a:ext uri="{FF2B5EF4-FFF2-40B4-BE49-F238E27FC236}">
                <a16:creationId xmlns:a16="http://schemas.microsoft.com/office/drawing/2014/main" id="{DF525B87-B050-0CE5-969F-0D2B0CA361D3}"/>
              </a:ext>
            </a:extLst>
          </p:cNvPr>
          <p:cNvSpPr>
            <a:spLocks noGrp="1"/>
          </p:cNvSpPr>
          <p:nvPr>
            <p:ph type="subTitle" idx="1"/>
          </p:nvPr>
        </p:nvSpPr>
        <p:spPr>
          <a:xfrm>
            <a:off x="1507067" y="797668"/>
            <a:ext cx="10341222" cy="5996366"/>
          </a:xfrm>
        </p:spPr>
        <p:txBody>
          <a:bodyPr/>
          <a:lstStyle/>
          <a:p>
            <a:endParaRPr lang="en-US" dirty="0"/>
          </a:p>
        </p:txBody>
      </p:sp>
      <p:sp>
        <p:nvSpPr>
          <p:cNvPr id="4" name="Slide Number Placeholder 3">
            <a:extLst>
              <a:ext uri="{FF2B5EF4-FFF2-40B4-BE49-F238E27FC236}">
                <a16:creationId xmlns:a16="http://schemas.microsoft.com/office/drawing/2014/main" id="{A62FA133-2493-D0C2-53AF-0C38F4750A50}"/>
              </a:ext>
            </a:extLst>
          </p:cNvPr>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7" name="Picture 6">
            <a:extLst>
              <a:ext uri="{FF2B5EF4-FFF2-40B4-BE49-F238E27FC236}">
                <a16:creationId xmlns:a16="http://schemas.microsoft.com/office/drawing/2014/main" id="{0A441668-C4C6-D19F-CD3D-8E9014D6159F}"/>
              </a:ext>
            </a:extLst>
          </p:cNvPr>
          <p:cNvPicPr>
            <a:picLocks noChangeAspect="1"/>
          </p:cNvPicPr>
          <p:nvPr/>
        </p:nvPicPr>
        <p:blipFill>
          <a:blip r:embed="rId2"/>
          <a:stretch>
            <a:fillRect/>
          </a:stretch>
        </p:blipFill>
        <p:spPr>
          <a:xfrm>
            <a:off x="1543029" y="797668"/>
            <a:ext cx="10269297" cy="5964382"/>
          </a:xfrm>
          <a:prstGeom prst="rect">
            <a:avLst/>
          </a:prstGeom>
          <a:ln>
            <a:solidFill>
              <a:schemeClr val="tx1"/>
            </a:solidFill>
          </a:ln>
        </p:spPr>
      </p:pic>
    </p:spTree>
    <p:extLst>
      <p:ext uri="{BB962C8B-B14F-4D97-AF65-F5344CB8AC3E}">
        <p14:creationId xmlns:p14="http://schemas.microsoft.com/office/powerpoint/2010/main" val="1393912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5B513-100D-45D3-8FCE-1058543D2878}"/>
              </a:ext>
            </a:extLst>
          </p:cNvPr>
          <p:cNvSpPr>
            <a:spLocks noGrp="1"/>
          </p:cNvSpPr>
          <p:nvPr>
            <p:ph type="ctrTitle"/>
          </p:nvPr>
        </p:nvSpPr>
        <p:spPr>
          <a:xfrm>
            <a:off x="1507066" y="0"/>
            <a:ext cx="7766936" cy="787940"/>
          </a:xfrm>
        </p:spPr>
        <p:txBody>
          <a:bodyPr/>
          <a:lstStyle/>
          <a:p>
            <a:pPr algn="l"/>
            <a:r>
              <a:rPr lang="en-GB" dirty="0"/>
              <a:t>RESULTS </a:t>
            </a:r>
            <a:endParaRPr lang="en-US" dirty="0"/>
          </a:p>
        </p:txBody>
      </p:sp>
      <p:sp>
        <p:nvSpPr>
          <p:cNvPr id="3" name="Subtitle 2">
            <a:extLst>
              <a:ext uri="{FF2B5EF4-FFF2-40B4-BE49-F238E27FC236}">
                <a16:creationId xmlns:a16="http://schemas.microsoft.com/office/drawing/2014/main" id="{331615A6-AB80-E7F2-2213-9CE46748782B}"/>
              </a:ext>
            </a:extLst>
          </p:cNvPr>
          <p:cNvSpPr>
            <a:spLocks noGrp="1"/>
          </p:cNvSpPr>
          <p:nvPr>
            <p:ph type="subTitle" idx="1"/>
          </p:nvPr>
        </p:nvSpPr>
        <p:spPr>
          <a:xfrm>
            <a:off x="1507067" y="787941"/>
            <a:ext cx="10136942" cy="5982510"/>
          </a:xfrm>
        </p:spPr>
        <p:txBody>
          <a:bodyPr/>
          <a:lstStyle/>
          <a:p>
            <a:endParaRPr lang="en-US" dirty="0"/>
          </a:p>
        </p:txBody>
      </p:sp>
      <p:sp>
        <p:nvSpPr>
          <p:cNvPr id="4" name="Slide Number Placeholder 3">
            <a:extLst>
              <a:ext uri="{FF2B5EF4-FFF2-40B4-BE49-F238E27FC236}">
                <a16:creationId xmlns:a16="http://schemas.microsoft.com/office/drawing/2014/main" id="{0B44EEEC-27FD-EB7A-7182-93006E432861}"/>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7" name="Picture 6">
            <a:extLst>
              <a:ext uri="{FF2B5EF4-FFF2-40B4-BE49-F238E27FC236}">
                <a16:creationId xmlns:a16="http://schemas.microsoft.com/office/drawing/2014/main" id="{D5B325F8-1B5F-7133-0717-A9A55B8BE4F2}"/>
              </a:ext>
            </a:extLst>
          </p:cNvPr>
          <p:cNvPicPr>
            <a:picLocks noChangeAspect="1"/>
          </p:cNvPicPr>
          <p:nvPr/>
        </p:nvPicPr>
        <p:blipFill>
          <a:blip r:embed="rId2"/>
          <a:stretch>
            <a:fillRect/>
          </a:stretch>
        </p:blipFill>
        <p:spPr>
          <a:xfrm>
            <a:off x="1507066" y="816178"/>
            <a:ext cx="10136942" cy="6041822"/>
          </a:xfrm>
          <a:prstGeom prst="rect">
            <a:avLst/>
          </a:prstGeom>
        </p:spPr>
      </p:pic>
    </p:spTree>
    <p:extLst>
      <p:ext uri="{BB962C8B-B14F-4D97-AF65-F5344CB8AC3E}">
        <p14:creationId xmlns:p14="http://schemas.microsoft.com/office/powerpoint/2010/main" val="4065597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F66F-BBE1-2233-EC1C-B31E1DDC2D0C}"/>
              </a:ext>
            </a:extLst>
          </p:cNvPr>
          <p:cNvSpPr>
            <a:spLocks noGrp="1"/>
          </p:cNvSpPr>
          <p:nvPr>
            <p:ph type="title"/>
          </p:nvPr>
        </p:nvSpPr>
        <p:spPr/>
        <p:txBody>
          <a:bodyPr/>
          <a:lstStyle/>
          <a:p>
            <a:r>
              <a:rPr lang="en-GB" dirty="0"/>
              <a:t>RESULTS </a:t>
            </a:r>
            <a:endParaRPr lang="en-US" dirty="0"/>
          </a:p>
        </p:txBody>
      </p:sp>
      <p:sp>
        <p:nvSpPr>
          <p:cNvPr id="4" name="Slide Number Placeholder 3">
            <a:extLst>
              <a:ext uri="{FF2B5EF4-FFF2-40B4-BE49-F238E27FC236}">
                <a16:creationId xmlns:a16="http://schemas.microsoft.com/office/drawing/2014/main" id="{E40C12BC-03DC-FB64-020E-19F019FDD758}"/>
              </a:ext>
            </a:extLst>
          </p:cNvPr>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8" name="Content Placeholder 7">
            <a:extLst>
              <a:ext uri="{FF2B5EF4-FFF2-40B4-BE49-F238E27FC236}">
                <a16:creationId xmlns:a16="http://schemas.microsoft.com/office/drawing/2014/main" id="{2FDFEFFB-0078-D22B-46F8-7BFE3A381274}"/>
              </a:ext>
            </a:extLst>
          </p:cNvPr>
          <p:cNvPicPr>
            <a:picLocks noGrp="1" noChangeAspect="1"/>
          </p:cNvPicPr>
          <p:nvPr>
            <p:ph idx="1"/>
          </p:nvPr>
        </p:nvPicPr>
        <p:blipFill>
          <a:blip r:embed="rId2"/>
          <a:stretch>
            <a:fillRect/>
          </a:stretch>
        </p:blipFill>
        <p:spPr>
          <a:xfrm>
            <a:off x="1262720" y="1180437"/>
            <a:ext cx="9290755" cy="5226050"/>
          </a:xfrm>
          <a:ln>
            <a:solidFill>
              <a:schemeClr val="tx1"/>
            </a:solidFill>
          </a:ln>
        </p:spPr>
      </p:pic>
    </p:spTree>
    <p:extLst>
      <p:ext uri="{BB962C8B-B14F-4D97-AF65-F5344CB8AC3E}">
        <p14:creationId xmlns:p14="http://schemas.microsoft.com/office/powerpoint/2010/main" val="1506947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90D20-8C69-6901-D381-F5FD3E6E7AA4}"/>
              </a:ext>
            </a:extLst>
          </p:cNvPr>
          <p:cNvSpPr>
            <a:spLocks noGrp="1"/>
          </p:cNvSpPr>
          <p:nvPr>
            <p:ph type="title"/>
          </p:nvPr>
        </p:nvSpPr>
        <p:spPr>
          <a:xfrm>
            <a:off x="677334" y="-138546"/>
            <a:ext cx="8596668" cy="1320800"/>
          </a:xfrm>
        </p:spPr>
        <p:txBody>
          <a:bodyPr/>
          <a:lstStyle/>
          <a:p>
            <a:r>
              <a:rPr lang="en-GB" dirty="0"/>
              <a:t>RESULTS </a:t>
            </a:r>
            <a:endParaRPr lang="en-US" dirty="0"/>
          </a:p>
        </p:txBody>
      </p:sp>
      <p:sp>
        <p:nvSpPr>
          <p:cNvPr id="4" name="Slide Number Placeholder 3">
            <a:extLst>
              <a:ext uri="{FF2B5EF4-FFF2-40B4-BE49-F238E27FC236}">
                <a16:creationId xmlns:a16="http://schemas.microsoft.com/office/drawing/2014/main" id="{C2E52211-563A-A7DB-1213-8D560C33DD31}"/>
              </a:ext>
            </a:extLst>
          </p:cNvPr>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7" name="Content Placeholder 6">
            <a:extLst>
              <a:ext uri="{FF2B5EF4-FFF2-40B4-BE49-F238E27FC236}">
                <a16:creationId xmlns:a16="http://schemas.microsoft.com/office/drawing/2014/main" id="{980E23A5-47A9-5FDC-28E0-C4749F8C84A8}"/>
              </a:ext>
            </a:extLst>
          </p:cNvPr>
          <p:cNvPicPr>
            <a:picLocks noGrp="1" noChangeAspect="1"/>
          </p:cNvPicPr>
          <p:nvPr>
            <p:ph idx="1"/>
          </p:nvPr>
        </p:nvPicPr>
        <p:blipFill>
          <a:blip r:embed="rId2"/>
          <a:stretch>
            <a:fillRect/>
          </a:stretch>
        </p:blipFill>
        <p:spPr>
          <a:xfrm>
            <a:off x="976488" y="450850"/>
            <a:ext cx="10315223" cy="5802313"/>
          </a:xfrm>
          <a:ln>
            <a:solidFill>
              <a:schemeClr val="tx1"/>
            </a:solidFill>
          </a:ln>
        </p:spPr>
      </p:pic>
    </p:spTree>
    <p:extLst>
      <p:ext uri="{BB962C8B-B14F-4D97-AF65-F5344CB8AC3E}">
        <p14:creationId xmlns:p14="http://schemas.microsoft.com/office/powerpoint/2010/main" val="292501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063CD-B779-C826-F4A7-B9A3EFBAC1A2}"/>
              </a:ext>
            </a:extLst>
          </p:cNvPr>
          <p:cNvSpPr>
            <a:spLocks noGrp="1"/>
          </p:cNvSpPr>
          <p:nvPr>
            <p:ph type="title"/>
          </p:nvPr>
        </p:nvSpPr>
        <p:spPr>
          <a:xfrm>
            <a:off x="729673" y="155575"/>
            <a:ext cx="8596668" cy="1320800"/>
          </a:xfrm>
        </p:spPr>
        <p:txBody>
          <a:bodyPr/>
          <a:lstStyle/>
          <a:p>
            <a:r>
              <a:rPr lang="en-GB" dirty="0"/>
              <a:t>RESULTS </a:t>
            </a:r>
            <a:endParaRPr lang="en-US" dirty="0"/>
          </a:p>
        </p:txBody>
      </p:sp>
      <p:sp>
        <p:nvSpPr>
          <p:cNvPr id="4" name="Slide Number Placeholder 3">
            <a:extLst>
              <a:ext uri="{FF2B5EF4-FFF2-40B4-BE49-F238E27FC236}">
                <a16:creationId xmlns:a16="http://schemas.microsoft.com/office/drawing/2014/main" id="{EA046AC9-86E9-705D-2FA9-6061AF0107A3}"/>
              </a:ext>
            </a:extLst>
          </p:cNvPr>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8" name="Content Placeholder 7">
            <a:extLst>
              <a:ext uri="{FF2B5EF4-FFF2-40B4-BE49-F238E27FC236}">
                <a16:creationId xmlns:a16="http://schemas.microsoft.com/office/drawing/2014/main" id="{17DB51C8-3F02-8FF3-A9C7-6A5BABF17CF5}"/>
              </a:ext>
            </a:extLst>
          </p:cNvPr>
          <p:cNvPicPr>
            <a:picLocks noGrp="1" noChangeAspect="1"/>
          </p:cNvPicPr>
          <p:nvPr>
            <p:ph idx="1"/>
          </p:nvPr>
        </p:nvPicPr>
        <p:blipFill>
          <a:blip r:embed="rId2"/>
          <a:stretch>
            <a:fillRect/>
          </a:stretch>
        </p:blipFill>
        <p:spPr>
          <a:xfrm>
            <a:off x="1057892" y="682625"/>
            <a:ext cx="9903178" cy="5570538"/>
          </a:xfrm>
          <a:ln>
            <a:solidFill>
              <a:schemeClr val="tx1"/>
            </a:solidFill>
          </a:ln>
        </p:spPr>
      </p:pic>
    </p:spTree>
    <p:extLst>
      <p:ext uri="{BB962C8B-B14F-4D97-AF65-F5344CB8AC3E}">
        <p14:creationId xmlns:p14="http://schemas.microsoft.com/office/powerpoint/2010/main" val="3834593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035E5-086B-B662-1184-513D1234CE9A}"/>
              </a:ext>
            </a:extLst>
          </p:cNvPr>
          <p:cNvSpPr>
            <a:spLocks noGrp="1"/>
          </p:cNvSpPr>
          <p:nvPr>
            <p:ph type="ctrTitle"/>
          </p:nvPr>
        </p:nvSpPr>
        <p:spPr>
          <a:xfrm>
            <a:off x="1082195" y="2814343"/>
            <a:ext cx="7766936" cy="1646302"/>
          </a:xfrm>
        </p:spPr>
        <p:txBody>
          <a:bodyPr/>
          <a:lstStyle/>
          <a:p>
            <a:pPr algn="l"/>
            <a:br>
              <a:rPr lang="en-US" sz="4000" b="1" dirty="0">
                <a:solidFill>
                  <a:schemeClr val="tx1"/>
                </a:solidFill>
              </a:rPr>
            </a:br>
            <a:br>
              <a:rPr lang="en-US" sz="4000" b="1" dirty="0">
                <a:solidFill>
                  <a:schemeClr val="tx1"/>
                </a:solidFill>
              </a:rPr>
            </a:br>
            <a:br>
              <a:rPr lang="en-US" sz="4000" b="1" dirty="0">
                <a:solidFill>
                  <a:schemeClr val="tx1"/>
                </a:solidFill>
              </a:rPr>
            </a:br>
            <a:br>
              <a:rPr lang="en-US" sz="4000" b="1" dirty="0">
                <a:solidFill>
                  <a:schemeClr val="tx1"/>
                </a:solidFill>
              </a:rPr>
            </a:br>
            <a:br>
              <a:rPr lang="en-US" sz="4000" b="1" dirty="0">
                <a:solidFill>
                  <a:schemeClr val="tx1"/>
                </a:solidFill>
              </a:rPr>
            </a:br>
            <a:br>
              <a:rPr lang="en-US" sz="4000" b="1" dirty="0">
                <a:solidFill>
                  <a:schemeClr val="tx1"/>
                </a:solidFill>
              </a:rPr>
            </a:br>
            <a:br>
              <a:rPr lang="en-US" sz="4000" b="1" dirty="0">
                <a:solidFill>
                  <a:schemeClr val="tx1"/>
                </a:solidFill>
              </a:rPr>
            </a:br>
            <a:br>
              <a:rPr lang="en-US" sz="4000" b="1" dirty="0">
                <a:solidFill>
                  <a:schemeClr val="tx1"/>
                </a:solidFill>
              </a:rPr>
            </a:br>
            <a:br>
              <a:rPr lang="en-US" sz="4000" b="1" dirty="0">
                <a:solidFill>
                  <a:schemeClr val="tx1"/>
                </a:solidFill>
              </a:rPr>
            </a:br>
            <a:r>
              <a:rPr lang="en-US" sz="3200" b="1" dirty="0">
                <a:solidFill>
                  <a:schemeClr val="tx1"/>
                </a:solidFill>
              </a:rPr>
              <a:t>GitHub Link - </a:t>
            </a:r>
            <a:r>
              <a:rPr lang="en-US" sz="3200" b="1" dirty="0">
                <a:solidFill>
                  <a:schemeClr val="tx1"/>
                </a:solidFill>
                <a:hlinkClick r:id="rId2"/>
              </a:rPr>
              <a:t>https://github.com/Prathmg/Healthcare-Analytics-for-Doctor-Visits-DIY-Project</a:t>
            </a:r>
            <a:br>
              <a:rPr lang="en-US" sz="3200" b="1" dirty="0">
                <a:solidFill>
                  <a:schemeClr val="tx1"/>
                </a:solidFill>
              </a:rPr>
            </a:br>
            <a:br>
              <a:rPr lang="en-US" sz="3200" b="1" dirty="0">
                <a:solidFill>
                  <a:schemeClr val="tx1"/>
                </a:solidFill>
              </a:rPr>
            </a:br>
            <a:br>
              <a:rPr lang="en-US" sz="4000" b="1" dirty="0">
                <a:solidFill>
                  <a:schemeClr val="tx1"/>
                </a:solidFill>
              </a:rPr>
            </a:br>
            <a:r>
              <a:rPr lang="en-US" sz="2800" dirty="0">
                <a:solidFill>
                  <a:srgbClr val="00B050"/>
                </a:solidFill>
                <a:latin typeface="Times New Roman" panose="02020603050405020304" pitchFamily="18" charset="0"/>
                <a:cs typeface="Times New Roman" panose="02020603050405020304" pitchFamily="18" charset="0"/>
              </a:rPr>
              <a:t>Student Name – Gangode Prathmesh Raghunath</a:t>
            </a:r>
            <a:br>
              <a:rPr lang="en-US" sz="2800" dirty="0">
                <a:solidFill>
                  <a:srgbClr val="00B050"/>
                </a:solidFill>
                <a:latin typeface="Times New Roman" panose="02020603050405020304" pitchFamily="18" charset="0"/>
                <a:cs typeface="Times New Roman" panose="02020603050405020304" pitchFamily="18" charset="0"/>
              </a:rPr>
            </a:br>
            <a:r>
              <a:rPr lang="en-US" sz="2800" dirty="0">
                <a:solidFill>
                  <a:srgbClr val="00B050"/>
                </a:solidFill>
                <a:latin typeface="Times New Roman" panose="02020603050405020304" pitchFamily="18" charset="0"/>
                <a:cs typeface="Times New Roman" panose="02020603050405020304" pitchFamily="18" charset="0"/>
              </a:rPr>
              <a:t> </a:t>
            </a:r>
            <a:br>
              <a:rPr lang="en-US" sz="2800" dirty="0">
                <a:solidFill>
                  <a:srgbClr val="00B050"/>
                </a:solidFill>
                <a:latin typeface="Times New Roman" panose="02020603050405020304" pitchFamily="18" charset="0"/>
                <a:cs typeface="Times New Roman" panose="02020603050405020304" pitchFamily="18" charset="0"/>
              </a:rPr>
            </a:br>
            <a:r>
              <a:rPr lang="en-US" sz="2800" dirty="0">
                <a:solidFill>
                  <a:srgbClr val="00B050"/>
                </a:solidFill>
                <a:latin typeface="Times New Roman" panose="02020603050405020304" pitchFamily="18" charset="0"/>
                <a:cs typeface="Times New Roman" panose="02020603050405020304" pitchFamily="18" charset="0"/>
              </a:rPr>
              <a:t>AICTE ID – STU68f9f4033b6691761211395</a:t>
            </a:r>
            <a:endParaRPr lang="en-US" sz="4000" b="1" dirty="0">
              <a:solidFill>
                <a:schemeClr val="tx1"/>
              </a:solidFill>
            </a:endParaRPr>
          </a:p>
        </p:txBody>
      </p:sp>
      <p:sp>
        <p:nvSpPr>
          <p:cNvPr id="4" name="Slide Number Placeholder 3">
            <a:extLst>
              <a:ext uri="{FF2B5EF4-FFF2-40B4-BE49-F238E27FC236}">
                <a16:creationId xmlns:a16="http://schemas.microsoft.com/office/drawing/2014/main" id="{647FDCE2-23F1-EC19-4015-52735CBF7C66}"/>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3011845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0965673" cy="682336"/>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597</TotalTime>
  <Words>259</Words>
  <Application>Microsoft Office PowerPoint</Application>
  <PresentationFormat>Widescreen</PresentationFormat>
  <Paragraphs>48</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Times New Roman</vt:lpstr>
      <vt:lpstr>Trebuchet MS</vt:lpstr>
      <vt:lpstr>Wingdings</vt:lpstr>
      <vt:lpstr>Wingdings 3</vt:lpstr>
      <vt:lpstr>Facet</vt:lpstr>
      <vt:lpstr>Project Title - Healthcare Analytics for Doctor Visits DIY Project</vt:lpstr>
      <vt:lpstr>PROBLEM  STATEMENT</vt:lpstr>
      <vt:lpstr>Project Description   A Python-based exploratory data analysis project that uses healthcare data to study patient characteristics and healthcare utilization through statistical analysis and visualizations.   Python libraries are used for data cleaning, statistical analysis, visualization, and correlation analysis to generate meaningful healthcare insights.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         GitHub Link - https://github.com/Prathmg/Healthcare-Analytics-for-Doctor-Visits-DIY-Project   Student Name – Gangode Prathmesh Raghunath   AICTE ID – STU68f9f4033b6691761211395</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prathamesh gangode</cp:lastModifiedBy>
  <cp:revision>92</cp:revision>
  <dcterms:created xsi:type="dcterms:W3CDTF">2021-07-11T13:13:15Z</dcterms:created>
  <dcterms:modified xsi:type="dcterms:W3CDTF">2026-10-03T13:25:33Z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